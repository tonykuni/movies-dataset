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A2A2A"/>
                </a:solidFill>
                <a:latin typeface="Noto Sans CJK TC"/>
              </a:rPr>
              <a:t>本週工作進度</a:t>
            </a:r>
          </a:p>
          <a:p>
            <a:r>
              <a:rPr sz="1800" b="0">
                <a:solidFill>
                  <a:srgbClr val="9C9890"/>
                </a:solidFill>
                <a:latin typeface="Noto Sans CJK TC"/>
              </a:rPr>
              <a:t>SSOT 自動彙整 · 草稿（請複核後對外）</a:t>
            </a:r>
          </a:p>
          <a:p>
            <a:r>
              <a:rPr sz="1400" b="0">
                <a:solidFill>
                  <a:srgbClr val="4C78A8"/>
                </a:solidFill>
                <a:latin typeface="Noto Sans CJK TC"/>
              </a:rPr>
              <a:t>新增 18 · 變更 0 · 共 18 筆事件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78A8"/>
                </a:solidFill>
                <a:latin typeface="Noto Sans CJK TC"/>
              </a:rPr>
              <a:t>未分類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[PRJ-GEN-E6AA51]  電供老化測試</a:t>
            </a:r>
            <a:r>
              <a:rPr sz="1300" b="1">
                <a:solidFill>
                  <a:srgbClr val="4C78A8"/>
                </a:solidFill>
              </a:rPr>
              <a:t>   〔進行中〕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[PRJ-GEN-4A3D59]  輸出電壓</a:t>
            </a:r>
            <a:r>
              <a:rPr sz="1300" b="1">
                <a:solidFill>
                  <a:srgbClr val="9C9890"/>
                </a:solidFill>
              </a:rPr>
              <a:t>   〔未標示〕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[PRJ-GEN-C2D40B]  輕載效率</a:t>
            </a:r>
            <a:r>
              <a:rPr sz="1300" b="1">
                <a:solidFill>
                  <a:srgbClr val="9C9890"/>
                </a:solidFill>
              </a:rPr>
              <a:t>   〔未標示〕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[PRJ-GEN-C28245]  PSU 電路設計</a:t>
            </a:r>
            <a:r>
              <a:rPr sz="1300" b="1">
                <a:solidFill>
                  <a:srgbClr val="5A9E6F"/>
                </a:solidFill>
              </a:rPr>
              <a:t>   〔已結〕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Alex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[PRJ-GEN-82B48D]  PSU EVT 樣品製作</a:t>
            </a:r>
            <a:r>
              <a:rPr sz="1300" b="1">
                <a:solidFill>
                  <a:srgbClr val="4C78A8"/>
                </a:solidFill>
              </a:rPr>
              <a:t>   〔進行中〕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Ben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[PRJ-GEN-57E7C1]  PSU DVT 驗證</a:t>
            </a:r>
            <a:r>
              <a:rPr sz="1300" b="1">
                <a:solidFill>
                  <a:srgbClr val="9C9890"/>
                </a:solidFill>
              </a:rPr>
              <a:t>   〔待辦〕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[PRJ-GEN-9E48A5]  [附件] EVT_results.xlsx</a:t>
            </a:r>
            <a:r>
              <a:rPr sz="1300" b="1">
                <a:solidFill>
                  <a:srgbClr val="9C9890"/>
                </a:solidFill>
              </a:rPr>
              <a:t>   〔未標示〕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[PRJ-GEN-CA68DD]  [附件] PSU_LLC_efficiency_report.docx</a:t>
            </a:r>
            <a:r>
              <a:rPr sz="1300" b="1">
                <a:solidFill>
                  <a:srgbClr val="9C9890"/>
                </a:solidFill>
              </a:rPr>
              <a:t>   〔未標示〕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78A8"/>
                </a:solidFill>
                <a:latin typeface="Noto Sans CJK TC"/>
              </a:rPr>
              <a:t>散熱模組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[PRJ-GEN-583C35]  Re: 散熱模組 RMA</a:t>
            </a:r>
            <a:r>
              <a:rPr sz="1300" b="1">
                <a:solidFill>
                  <a:srgbClr val="9C9890"/>
                </a:solidFill>
              </a:rPr>
              <a:t>   〔未標示〕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QA_Chen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[PRJ-GEN-207DA9]  散熱模組風扇噪音客訴</a:t>
            </a:r>
            <a:r>
              <a:rPr sz="1300" b="1">
                <a:solidFill>
                  <a:srgbClr val="C96B5A"/>
                </a:solidFill>
              </a:rPr>
              <a:t>   〔逾期〕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Cathy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78A8"/>
                </a:solidFill>
                <a:latin typeface="Noto Sans CJK TC"/>
              </a:rPr>
              <a:t>變頻器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[PRJ-GEN-95EA15]  本週 VFD 量產進度</a:t>
            </a:r>
            <a:r>
              <a:rPr sz="1300" b="1">
                <a:solidFill>
                  <a:srgbClr val="9C9890"/>
                </a:solidFill>
              </a:rPr>
              <a:t>   〔未標示〕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PM_Wang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[PRJ-GEN-87A68D]  變頻器 EVT 測試排程</a:t>
            </a:r>
            <a:r>
              <a:rPr sz="1300" b="1">
                <a:solidFill>
                  <a:srgbClr val="9C9890"/>
                </a:solidFill>
              </a:rPr>
              <a:t>   〔待辦〕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Ben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[PRJ-GEN-6798B8]  變頻器量產出貨確認</a:t>
            </a:r>
            <a:r>
              <a:rPr sz="1300" b="1">
                <a:solidFill>
                  <a:srgbClr val="5A9E6F"/>
                </a:solidFill>
              </a:rPr>
              <a:t>   〔已結〕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Ben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[PRJ-GEN-BB96C7]  VFD-2026-014 ECN</a:t>
            </a:r>
            <a:r>
              <a:rPr sz="1300" b="1">
                <a:solidFill>
                  <a:srgbClr val="9C9890"/>
                </a:solidFill>
              </a:rPr>
              <a:t>   〔Released〕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Ben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78A8"/>
                </a:solidFill>
                <a:latin typeface="Noto Sans CJK TC"/>
              </a:rPr>
              <a:t>電源供應器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[PRJ-GEN-81DB00]  Re: PSU 新案 LLC 效率問題</a:t>
            </a:r>
            <a:r>
              <a:rPr sz="1300" b="1">
                <a:solidFill>
                  <a:srgbClr val="9C9890"/>
                </a:solidFill>
              </a:rPr>
              <a:t>   〔未標示〕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RD_Lin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[PRJ-GEN-786931]  PSU 新案電路設計審查</a:t>
            </a:r>
            <a:r>
              <a:rPr sz="1300" b="1">
                <a:solidFill>
                  <a:srgbClr val="4C78A8"/>
                </a:solidFill>
              </a:rPr>
              <a:t>   〔進行中〕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Alex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[PRJ-GEN-1E984E]  電供 DVT 驗證結果彙整</a:t>
            </a:r>
            <a:r>
              <a:rPr sz="1300" b="1">
                <a:solidFill>
                  <a:srgbClr val="4C78A8"/>
                </a:solidFill>
              </a:rPr>
              <a:t>   〔進行中〕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Alex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[PRJ-GEN-B956A1]  PSU-2026-001 規格書</a:t>
            </a:r>
            <a:r>
              <a:rPr sz="1300" b="1">
                <a:solidFill>
                  <a:srgbClr val="9C9890"/>
                </a:solidFill>
              </a:rPr>
              <a:t>   〔In Work〕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Alex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96B5A"/>
                </a:solidFill>
                <a:latin typeface="Noto Sans CJK TC"/>
              </a:rPr>
              <a:t>⚠ 風險 / 需關注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96B5A"/>
                </a:solidFill>
                <a:latin typeface="Noto Sans CJK TC"/>
              </a:rPr>
              <a:t>[PRJ-GEN-207DA9]  散熱模組風扇噪音客訴  （散熱模組）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